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9" r:id="rId5"/>
    <p:sldId id="258" r:id="rId6"/>
    <p:sldId id="260" r:id="rId7"/>
    <p:sldId id="263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718"/>
  </p:normalViewPr>
  <p:slideViewPr>
    <p:cSldViewPr snapToGrid="0" snapToObjects="1">
      <p:cViewPr varScale="1">
        <p:scale>
          <a:sx n="113" d="100"/>
          <a:sy n="113" d="100"/>
        </p:scale>
        <p:origin x="16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ODI Cricket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00450"/>
            <a:ext cx="6400800" cy="1752600"/>
          </a:xfrm>
        </p:spPr>
        <p:txBody>
          <a:bodyPr>
            <a:normAutofit lnSpcReduction="10000"/>
          </a:bodyPr>
          <a:lstStyle/>
          <a:p>
            <a:r>
              <a:rPr dirty="0"/>
              <a:t>Performance Insights, Match Trends &amp; Strategic Recommendations</a:t>
            </a:r>
            <a:endParaRPr lang="en-US" dirty="0"/>
          </a:p>
          <a:p>
            <a:r>
              <a:rPr lang="en-US" sz="1900" dirty="0">
                <a:solidFill>
                  <a:schemeClr val="tx1"/>
                </a:solidFill>
              </a:rPr>
              <a:t>Shivani Mandora </a:t>
            </a:r>
          </a:p>
          <a:p>
            <a:r>
              <a:rPr lang="en-US" sz="1900" dirty="0">
                <a:solidFill>
                  <a:schemeClr val="tx1"/>
                </a:solidFill>
              </a:rPr>
              <a:t>11 October,2025</a:t>
            </a:r>
          </a:p>
          <a:p>
            <a:pPr marL="457200" indent="-457200">
              <a:buFontTx/>
              <a:buChar char="-"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8B850-C898-1273-6D35-9B6AC09B5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Introduction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243A5-71D3-475F-E43D-B22AC1675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This presentation explores player performance, match outcomes, and team strategies in ODI cricket.</a:t>
            </a:r>
          </a:p>
          <a:p>
            <a:r>
              <a:rPr lang="en-US" sz="1800" dirty="0"/>
              <a:t>It uses a Kaggle dataset of over 1.2 million deliveries.</a:t>
            </a:r>
          </a:p>
          <a:p>
            <a:r>
              <a:rPr lang="en-US" sz="1800" dirty="0"/>
              <a:t>Our goals: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Identify top-performing players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Analyze team composition strategies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Provide strategic recommendations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110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What's Included in the Excel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Player Performance Sheet: Runs, balls, strike rate; wickets, economy rate</a:t>
            </a:r>
          </a:p>
          <a:p>
            <a:r>
              <a:rPr sz="1600" dirty="0"/>
              <a:t>Match Summary Sheet: Total runs and wickets per match</a:t>
            </a:r>
          </a:p>
          <a:p>
            <a:r>
              <a:rPr sz="1600" dirty="0"/>
              <a:t>Team Composition Sheet: Batting order per innings</a:t>
            </a:r>
          </a:p>
          <a:p>
            <a:r>
              <a:rPr sz="1600" dirty="0"/>
              <a:t>Use</a:t>
            </a:r>
            <a:r>
              <a:rPr lang="en-US" sz="1600" dirty="0"/>
              <a:t> of</a:t>
            </a:r>
            <a:r>
              <a:rPr sz="1600" dirty="0"/>
              <a:t> SORT, FILTER, AVERAGE, SUM for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Top 10 Run Scorers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Highlights the most prolific batters across all ODIs</a:t>
            </a:r>
          </a:p>
          <a:p>
            <a:r>
              <a:rPr sz="1800" dirty="0"/>
              <a:t>Based on total runs scored</a:t>
            </a:r>
          </a:p>
          <a:p>
            <a:r>
              <a:rPr sz="1800" dirty="0"/>
              <a:t>Useful for identifying batting anchors</a:t>
            </a:r>
            <a:endParaRPr lang="en-US" sz="1800" dirty="0"/>
          </a:p>
          <a:p>
            <a:r>
              <a:rPr lang="en-US" sz="1800" dirty="0"/>
              <a:t>Refer next slide for the Chart</a:t>
            </a:r>
            <a:endParaRPr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Charts and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/>
              <a:t>Top 10 Run Scorers</a:t>
            </a:r>
            <a:endParaRPr lang="en-US" sz="2000" dirty="0"/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5E61BC-D2A1-6647-AB9E-E29676A50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222" y="2493968"/>
            <a:ext cx="5931148" cy="31730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Top 10 Wicket Takers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Highlights consistent bowlers with major breakthroughs</a:t>
            </a:r>
          </a:p>
          <a:p>
            <a:r>
              <a:rPr sz="1800" dirty="0"/>
              <a:t>Key impact players in restricting opponents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D67BB1-B8DE-15C2-DDEE-A885B9C38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78" y="2412897"/>
            <a:ext cx="6935949" cy="37132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B6B77-48EA-3E85-B237-45909418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Charts and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DBB27-87BB-DFD8-1941-1333FD061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Total Runs by Year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76EA34-9883-B74F-984E-4FF57747F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80" y="2382484"/>
            <a:ext cx="7546639" cy="296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83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Strategic Summary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Our analysis of over 1.2 million ODI deliveries reveals patterns in performance and strategy.</a:t>
            </a:r>
          </a:p>
          <a:p>
            <a:endParaRPr dirty="0"/>
          </a:p>
          <a:p>
            <a:pPr lvl="1"/>
            <a:r>
              <a:rPr dirty="0"/>
              <a:t>Top batters maintain a 90+ strike rate and high totals</a:t>
            </a:r>
          </a:p>
          <a:p>
            <a:pPr lvl="1"/>
            <a:r>
              <a:rPr dirty="0"/>
              <a:t>Bowlers with economy &lt;5.0 and 100+ wickets are pivotal</a:t>
            </a:r>
          </a:p>
          <a:p>
            <a:pPr lvl="1"/>
            <a:r>
              <a:rPr dirty="0"/>
              <a:t>All-rounders offer balance and flexibility</a:t>
            </a:r>
          </a:p>
          <a:p>
            <a:pPr lvl="1"/>
            <a:r>
              <a:rPr dirty="0"/>
              <a:t>Winning teams often score 275+ and lose fewer than 7 wickets</a:t>
            </a:r>
          </a:p>
          <a:p>
            <a:pPr lvl="1"/>
            <a:r>
              <a:rPr dirty="0"/>
              <a:t>Strong openers and No. 3s are critical for batting success</a:t>
            </a:r>
            <a:endParaRPr lang="en-US" dirty="0"/>
          </a:p>
          <a:p>
            <a:pPr lvl="1"/>
            <a:r>
              <a:rPr dirty="0"/>
              <a:t>Early wickets lead to favorable outcomes</a:t>
            </a:r>
          </a:p>
          <a:p>
            <a:endParaRPr dirty="0"/>
          </a:p>
          <a:p>
            <a:r>
              <a:rPr dirty="0"/>
              <a:t>Recommendations:</a:t>
            </a:r>
          </a:p>
          <a:p>
            <a:pPr lvl="1"/>
            <a:r>
              <a:rPr dirty="0"/>
              <a:t>Prioritize high strike rate and low economy players</a:t>
            </a:r>
          </a:p>
          <a:p>
            <a:pPr lvl="1"/>
            <a:r>
              <a:rPr dirty="0"/>
              <a:t>Build around top-order batsmen and strike bowlers</a:t>
            </a:r>
          </a:p>
          <a:p>
            <a:pPr lvl="1"/>
            <a:r>
              <a:rPr dirty="0"/>
              <a:t>Use adaptable all-rounders in the middle order</a:t>
            </a:r>
          </a:p>
          <a:p>
            <a:pPr lvl="1"/>
            <a:r>
              <a:rPr dirty="0"/>
              <a:t>Maintain batting order consistency for strategic stability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273</Words>
  <Application>Microsoft Macintosh PowerPoint</Application>
  <PresentationFormat>On-screen Show (4:3)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Office Theme</vt:lpstr>
      <vt:lpstr>ODI Cricket Data Analysis</vt:lpstr>
      <vt:lpstr>Introduction</vt:lpstr>
      <vt:lpstr>What's Included in the Excel File</vt:lpstr>
      <vt:lpstr>Top 10 Run Scorers</vt:lpstr>
      <vt:lpstr>Charts and Visualizations</vt:lpstr>
      <vt:lpstr>Top 10 Wicket Takers</vt:lpstr>
      <vt:lpstr>Charts and Visualizations</vt:lpstr>
      <vt:lpstr>Strategic Summary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Shivani Mandora</cp:lastModifiedBy>
  <cp:revision>9</cp:revision>
  <dcterms:created xsi:type="dcterms:W3CDTF">2013-01-27T09:14:16Z</dcterms:created>
  <dcterms:modified xsi:type="dcterms:W3CDTF">2025-10-11T23:28:36Z</dcterms:modified>
  <cp:category/>
</cp:coreProperties>
</file>